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29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86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3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21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77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55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14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3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81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71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4199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75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9622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50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59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72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38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rtl="1"/>
            <a:r>
              <a:rPr dirty="0" err="1"/>
              <a:t>عرض</a:t>
            </a:r>
            <a:r>
              <a:rPr dirty="0"/>
              <a:t> </a:t>
            </a:r>
            <a:r>
              <a:rPr dirty="0" err="1"/>
              <a:t>مجلس</a:t>
            </a:r>
            <a:r>
              <a:rPr dirty="0"/>
              <a:t> </a:t>
            </a:r>
            <a:r>
              <a:rPr dirty="0" err="1"/>
              <a:t>الإدارة</a:t>
            </a:r>
            <a:r>
              <a:rPr dirty="0"/>
              <a:t> لـ 12 </a:t>
            </a:r>
            <a:r>
              <a:rPr dirty="0" err="1"/>
              <a:t>وحدة</a:t>
            </a:r>
            <a:r>
              <a:rPr dirty="0"/>
              <a:t> </a:t>
            </a:r>
            <a:r>
              <a:rPr dirty="0" err="1"/>
              <a:t>لتطبيق</a:t>
            </a:r>
            <a:r>
              <a:rPr dirty="0"/>
              <a:t> </a:t>
            </a:r>
            <a:r>
              <a:rPr dirty="0" err="1"/>
              <a:t>MyHerdApp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 rtl="1"/>
            <a:r>
              <a:rPr dirty="0" err="1"/>
              <a:t>عمليات</a:t>
            </a:r>
            <a:r>
              <a:rPr dirty="0"/>
              <a:t> </a:t>
            </a:r>
            <a:r>
              <a:rPr dirty="0" err="1"/>
              <a:t>الثروة</a:t>
            </a:r>
            <a:r>
              <a:rPr dirty="0"/>
              <a:t> </a:t>
            </a:r>
            <a:r>
              <a:rPr dirty="0" err="1"/>
              <a:t>الحيوانية</a:t>
            </a:r>
            <a:r>
              <a:rPr dirty="0"/>
              <a:t> </a:t>
            </a:r>
            <a:r>
              <a:rPr dirty="0" err="1"/>
              <a:t>الشاملة</a:t>
            </a:r>
            <a:r>
              <a:rPr dirty="0"/>
              <a:t> </a:t>
            </a:r>
            <a:r>
              <a:rPr dirty="0" err="1"/>
              <a:t>والإشراف</a:t>
            </a:r>
            <a:r>
              <a:rPr dirty="0"/>
              <a:t> </a:t>
            </a:r>
            <a:r>
              <a:rPr dirty="0" err="1"/>
              <a:t>الإداري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t>الصفحة 1: البوابة الرئيسية التنفيذية وبوابة المصادقة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spcAft>
                <a:spcPts val="1400"/>
              </a:spcAft>
              <a:defRPr sz="2000"/>
            </a:pPr>
            <a:r>
              <a:t>• تشغيلي: تسجيل دخول آمن للمستخدم، وصول قائم على الأدوار، وتبديل اللغات ثنائي اللغة.</a:t>
            </a:r>
          </a:p>
          <a:p>
            <a:pPr algn="r" rtl="1">
              <a:spcAft>
                <a:spcPts val="1400"/>
              </a:spcAft>
              <a:defRPr sz="2000"/>
            </a:pPr>
            <a:r>
              <a:t>• إداري: سجلات تدقيق أمان النظام ومراقبة الجلسات النشطة.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/>
              <a:t>الصفحة</a:t>
            </a:r>
            <a:r>
              <a:rPr dirty="0"/>
              <a:t> 2: </a:t>
            </a:r>
            <a:r>
              <a:rPr dirty="0" err="1"/>
              <a:t>سجل</a:t>
            </a:r>
            <a:r>
              <a:rPr dirty="0"/>
              <a:t> </a:t>
            </a:r>
            <a:r>
              <a:rPr dirty="0" err="1"/>
              <a:t>القطيع</a:t>
            </a:r>
            <a:r>
              <a:rPr dirty="0"/>
              <a:t> </a:t>
            </a:r>
            <a:r>
              <a:rPr dirty="0" err="1"/>
              <a:t>الرئيسي</a:t>
            </a:r>
            <a:r>
              <a:rPr dirty="0"/>
              <a:t> </a:t>
            </a:r>
            <a:r>
              <a:rPr dirty="0" err="1"/>
              <a:t>والمخزون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تشغيلي</a:t>
            </a:r>
            <a:r>
              <a:rPr dirty="0"/>
              <a:t>: </a:t>
            </a:r>
            <a:r>
              <a:rPr dirty="0" err="1"/>
              <a:t>تتبع</a:t>
            </a:r>
            <a:r>
              <a:rPr dirty="0"/>
              <a:t> </a:t>
            </a:r>
            <a:r>
              <a:rPr dirty="0" err="1"/>
              <a:t>الحيوانات</a:t>
            </a:r>
            <a:r>
              <a:rPr dirty="0"/>
              <a:t> </a:t>
            </a:r>
            <a:r>
              <a:rPr dirty="0" err="1"/>
              <a:t>الفردية</a:t>
            </a:r>
            <a:r>
              <a:rPr dirty="0"/>
              <a:t> </a:t>
            </a:r>
            <a:r>
              <a:rPr dirty="0" err="1"/>
              <a:t>عبر</a:t>
            </a:r>
            <a:r>
              <a:rPr dirty="0"/>
              <a:t> </a:t>
            </a:r>
            <a:r>
              <a:rPr dirty="0" err="1"/>
              <a:t>أرقام</a:t>
            </a:r>
            <a:r>
              <a:rPr dirty="0"/>
              <a:t> </a:t>
            </a:r>
            <a:r>
              <a:rPr dirty="0" err="1"/>
              <a:t>أوسم</a:t>
            </a:r>
            <a:r>
              <a:rPr dirty="0"/>
              <a:t> </a:t>
            </a:r>
            <a:r>
              <a:rPr dirty="0" err="1"/>
              <a:t>فريدة</a:t>
            </a:r>
            <a:r>
              <a:rPr dirty="0"/>
              <a:t>، </a:t>
            </a:r>
            <a:r>
              <a:rPr dirty="0" err="1"/>
              <a:t>تصنيف</a:t>
            </a:r>
            <a:r>
              <a:rPr dirty="0"/>
              <a:t> </a:t>
            </a:r>
            <a:r>
              <a:rPr dirty="0" err="1"/>
              <a:t>السلالات</a:t>
            </a:r>
            <a:r>
              <a:rPr dirty="0"/>
              <a:t>، </a:t>
            </a:r>
            <a:r>
              <a:rPr dirty="0" err="1"/>
              <a:t>وتصفية</a:t>
            </a:r>
            <a:r>
              <a:rPr dirty="0"/>
              <a:t> </a:t>
            </a:r>
            <a:r>
              <a:rPr dirty="0" err="1"/>
              <a:t>الحالة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إداري</a:t>
            </a:r>
            <a:r>
              <a:rPr dirty="0"/>
              <a:t>: </a:t>
            </a:r>
            <a:r>
              <a:rPr dirty="0" err="1"/>
              <a:t>تقارير</a:t>
            </a:r>
            <a:r>
              <a:rPr dirty="0"/>
              <a:t> </a:t>
            </a:r>
            <a:r>
              <a:rPr dirty="0" err="1"/>
              <a:t>تعداد</a:t>
            </a:r>
            <a:r>
              <a:rPr dirty="0"/>
              <a:t> </a:t>
            </a:r>
            <a:r>
              <a:rPr dirty="0" err="1"/>
              <a:t>الرأس</a:t>
            </a:r>
            <a:r>
              <a:rPr dirty="0"/>
              <a:t> </a:t>
            </a:r>
            <a:r>
              <a:rPr dirty="0" err="1"/>
              <a:t>الإجمالية</a:t>
            </a:r>
            <a:r>
              <a:rPr dirty="0"/>
              <a:t> </a:t>
            </a:r>
            <a:r>
              <a:rPr dirty="0" err="1"/>
              <a:t>وملخصات</a:t>
            </a:r>
            <a:r>
              <a:rPr dirty="0"/>
              <a:t> </a:t>
            </a:r>
            <a:r>
              <a:rPr dirty="0" err="1"/>
              <a:t>التركيبة</a:t>
            </a:r>
            <a:r>
              <a:rPr dirty="0"/>
              <a:t> </a:t>
            </a:r>
            <a:r>
              <a:rPr dirty="0" err="1"/>
              <a:t>السكانية</a:t>
            </a:r>
            <a:r>
              <a:rPr dirty="0"/>
              <a:t> </a:t>
            </a:r>
            <a:r>
              <a:rPr dirty="0" err="1"/>
              <a:t>للقطيع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/>
              <a:t>الصفحة</a:t>
            </a:r>
            <a:r>
              <a:rPr dirty="0"/>
              <a:t> 3: </a:t>
            </a:r>
            <a:r>
              <a:rPr dirty="0" err="1"/>
              <a:t>تتبع</a:t>
            </a:r>
            <a:r>
              <a:rPr dirty="0"/>
              <a:t> </a:t>
            </a:r>
            <a:r>
              <a:rPr dirty="0" err="1"/>
              <a:t>الأوزان</a:t>
            </a:r>
            <a:r>
              <a:rPr dirty="0"/>
              <a:t> </a:t>
            </a:r>
            <a:r>
              <a:rPr dirty="0" err="1"/>
              <a:t>ونمو</a:t>
            </a:r>
            <a:r>
              <a:rPr dirty="0"/>
              <a:t> </a:t>
            </a:r>
            <a:r>
              <a:rPr dirty="0" err="1"/>
              <a:t>الحيوانات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تشغيلي</a:t>
            </a:r>
            <a:r>
              <a:rPr dirty="0"/>
              <a:t>: </a:t>
            </a:r>
            <a:r>
              <a:rPr dirty="0" err="1"/>
              <a:t>تسجيل</a:t>
            </a:r>
            <a:r>
              <a:rPr dirty="0"/>
              <a:t> </a:t>
            </a:r>
            <a:r>
              <a:rPr dirty="0" err="1"/>
              <a:t>قياسات</a:t>
            </a:r>
            <a:r>
              <a:rPr dirty="0"/>
              <a:t> </a:t>
            </a:r>
            <a:r>
              <a:rPr dirty="0" err="1"/>
              <a:t>الموازين</a:t>
            </a:r>
            <a:r>
              <a:rPr dirty="0"/>
              <a:t> </a:t>
            </a:r>
            <a:r>
              <a:rPr dirty="0" err="1"/>
              <a:t>الروتينية</a:t>
            </a:r>
            <a:r>
              <a:rPr dirty="0"/>
              <a:t> </a:t>
            </a:r>
            <a:r>
              <a:rPr dirty="0" err="1"/>
              <a:t>وتتبع</a:t>
            </a:r>
            <a:r>
              <a:rPr dirty="0"/>
              <a:t> </a:t>
            </a:r>
            <a:r>
              <a:rPr dirty="0" err="1"/>
              <a:t>زيادة</a:t>
            </a:r>
            <a:r>
              <a:rPr dirty="0"/>
              <a:t> </a:t>
            </a:r>
            <a:r>
              <a:rPr dirty="0" err="1"/>
              <a:t>الوزن</a:t>
            </a:r>
            <a:r>
              <a:rPr dirty="0"/>
              <a:t> </a:t>
            </a:r>
            <a:r>
              <a:rPr dirty="0" err="1"/>
              <a:t>الفردية</a:t>
            </a:r>
            <a:r>
              <a:rPr dirty="0"/>
              <a:t> </a:t>
            </a:r>
            <a:r>
              <a:rPr dirty="0" err="1"/>
              <a:t>بمرور</a:t>
            </a:r>
            <a:r>
              <a:rPr dirty="0"/>
              <a:t> </a:t>
            </a:r>
            <a:r>
              <a:rPr dirty="0" err="1"/>
              <a:t>الوقت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إداري</a:t>
            </a:r>
            <a:r>
              <a:rPr dirty="0"/>
              <a:t>: </a:t>
            </a:r>
            <a:r>
              <a:rPr dirty="0" err="1"/>
              <a:t>تحليل</a:t>
            </a:r>
            <a:r>
              <a:rPr dirty="0"/>
              <a:t> </a:t>
            </a:r>
            <a:r>
              <a:rPr dirty="0" err="1"/>
              <a:t>منحنيات</a:t>
            </a:r>
            <a:r>
              <a:rPr dirty="0"/>
              <a:t> </a:t>
            </a:r>
            <a:r>
              <a:rPr dirty="0" err="1"/>
              <a:t>النمو</a:t>
            </a:r>
            <a:r>
              <a:rPr dirty="0"/>
              <a:t> </a:t>
            </a:r>
            <a:r>
              <a:rPr dirty="0" err="1"/>
              <a:t>وتحديد</a:t>
            </a:r>
            <a:r>
              <a:rPr dirty="0"/>
              <a:t> </a:t>
            </a:r>
            <a:r>
              <a:rPr dirty="0" err="1"/>
              <a:t>التأخيرات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الأداء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/>
              <a:t>الصفحة</a:t>
            </a:r>
            <a:r>
              <a:rPr dirty="0"/>
              <a:t> 4: </a:t>
            </a:r>
            <a:r>
              <a:rPr dirty="0" err="1"/>
              <a:t>تركيبة</a:t>
            </a:r>
            <a:r>
              <a:rPr dirty="0"/>
              <a:t> </a:t>
            </a:r>
            <a:r>
              <a:rPr dirty="0" err="1"/>
              <a:t>الأعلاف</a:t>
            </a:r>
            <a:r>
              <a:rPr dirty="0"/>
              <a:t> </a:t>
            </a:r>
            <a:r>
              <a:rPr dirty="0" err="1"/>
              <a:t>وحاسبة</a:t>
            </a:r>
            <a:r>
              <a:rPr dirty="0"/>
              <a:t> </a:t>
            </a:r>
            <a:r>
              <a:rPr dirty="0" err="1"/>
              <a:t>الحصص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تشغيلي</a:t>
            </a:r>
            <a:r>
              <a:rPr dirty="0"/>
              <a:t>: </a:t>
            </a:r>
            <a:r>
              <a:rPr dirty="0" err="1"/>
              <a:t>إدخال</a:t>
            </a:r>
            <a:r>
              <a:rPr dirty="0"/>
              <a:t> </a:t>
            </a:r>
            <a:r>
              <a:rPr dirty="0" err="1"/>
              <a:t>وصفات</a:t>
            </a:r>
            <a:r>
              <a:rPr dirty="0"/>
              <a:t> </a:t>
            </a:r>
            <a:r>
              <a:rPr dirty="0" err="1"/>
              <a:t>الأعلاف</a:t>
            </a:r>
            <a:r>
              <a:rPr dirty="0"/>
              <a:t> </a:t>
            </a:r>
            <a:r>
              <a:rPr dirty="0" err="1"/>
              <a:t>اليومية</a:t>
            </a:r>
            <a:r>
              <a:rPr dirty="0"/>
              <a:t>، </a:t>
            </a:r>
            <a:r>
              <a:rPr dirty="0" err="1"/>
              <a:t>حساب</a:t>
            </a:r>
            <a:r>
              <a:rPr dirty="0"/>
              <a:t> </a:t>
            </a:r>
            <a:r>
              <a:rPr dirty="0" err="1"/>
              <a:t>استهلاك</a:t>
            </a:r>
            <a:r>
              <a:rPr dirty="0"/>
              <a:t> </a:t>
            </a:r>
            <a:r>
              <a:rPr dirty="0" err="1"/>
              <a:t>المادة</a:t>
            </a:r>
            <a:r>
              <a:rPr dirty="0"/>
              <a:t> </a:t>
            </a:r>
            <a:r>
              <a:rPr dirty="0" err="1"/>
              <a:t>الجافة</a:t>
            </a:r>
            <a:r>
              <a:rPr dirty="0"/>
              <a:t>، </a:t>
            </a:r>
            <a:r>
              <a:rPr dirty="0" err="1"/>
              <a:t>وإدارة</a:t>
            </a:r>
            <a:r>
              <a:rPr dirty="0"/>
              <a:t> </a:t>
            </a:r>
            <a:r>
              <a:rPr dirty="0" err="1"/>
              <a:t>أنواع</a:t>
            </a:r>
            <a:r>
              <a:rPr dirty="0"/>
              <a:t> </a:t>
            </a:r>
            <a:r>
              <a:rPr dirty="0" err="1"/>
              <a:t>خلطات</a:t>
            </a:r>
            <a:r>
              <a:rPr dirty="0"/>
              <a:t> </a:t>
            </a:r>
            <a:r>
              <a:rPr dirty="0" err="1"/>
              <a:t>الوصفات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إداري</a:t>
            </a:r>
            <a:r>
              <a:rPr dirty="0"/>
              <a:t>: </a:t>
            </a:r>
            <a:r>
              <a:rPr dirty="0" err="1"/>
              <a:t>مراقبة</a:t>
            </a:r>
            <a:r>
              <a:rPr dirty="0"/>
              <a:t> </a:t>
            </a:r>
            <a:r>
              <a:rPr dirty="0" err="1"/>
              <a:t>كفاءة</a:t>
            </a:r>
            <a:r>
              <a:rPr dirty="0"/>
              <a:t> </a:t>
            </a:r>
            <a:r>
              <a:rPr dirty="0" err="1"/>
              <a:t>تكلفة</a:t>
            </a:r>
            <a:r>
              <a:rPr dirty="0"/>
              <a:t> </a:t>
            </a:r>
            <a:r>
              <a:rPr dirty="0" err="1"/>
              <a:t>الأعلاف</a:t>
            </a:r>
            <a:r>
              <a:rPr dirty="0"/>
              <a:t> </a:t>
            </a:r>
            <a:r>
              <a:rPr dirty="0" err="1"/>
              <a:t>ومعدلات</a:t>
            </a:r>
            <a:r>
              <a:rPr dirty="0"/>
              <a:t> </a:t>
            </a:r>
            <a:r>
              <a:rPr dirty="0" err="1"/>
              <a:t>استهلاك</a:t>
            </a:r>
            <a:r>
              <a:rPr dirty="0"/>
              <a:t> </a:t>
            </a:r>
            <a:r>
              <a:rPr dirty="0" err="1"/>
              <a:t>المواد</a:t>
            </a:r>
            <a:r>
              <a:rPr dirty="0"/>
              <a:t> </a:t>
            </a:r>
            <a:r>
              <a:rPr dirty="0" err="1"/>
              <a:t>الخام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/>
              <a:t>الصفحة</a:t>
            </a:r>
            <a:r>
              <a:rPr dirty="0"/>
              <a:t> 5: </a:t>
            </a:r>
            <a:r>
              <a:rPr dirty="0" err="1"/>
              <a:t>سجلات</a:t>
            </a:r>
            <a:r>
              <a:rPr dirty="0"/>
              <a:t> </a:t>
            </a:r>
            <a:r>
              <a:rPr dirty="0" err="1"/>
              <a:t>الصحة</a:t>
            </a:r>
            <a:r>
              <a:rPr dirty="0"/>
              <a:t> </a:t>
            </a:r>
            <a:r>
              <a:rPr dirty="0" err="1"/>
              <a:t>والبيطرة</a:t>
            </a:r>
            <a:r>
              <a:rPr dirty="0"/>
              <a:t> </a:t>
            </a:r>
            <a:r>
              <a:rPr dirty="0" err="1"/>
              <a:t>والعلاج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تشغيلي</a:t>
            </a:r>
            <a:r>
              <a:rPr dirty="0"/>
              <a:t>: </a:t>
            </a:r>
            <a:r>
              <a:rPr dirty="0" err="1"/>
              <a:t>تسجيل</a:t>
            </a:r>
            <a:r>
              <a:rPr dirty="0"/>
              <a:t> </a:t>
            </a:r>
            <a:r>
              <a:rPr dirty="0" err="1"/>
              <a:t>التطعيمات</a:t>
            </a:r>
            <a:r>
              <a:rPr dirty="0"/>
              <a:t>، </a:t>
            </a:r>
            <a:r>
              <a:rPr dirty="0" err="1"/>
              <a:t>إعطاء</a:t>
            </a:r>
            <a:r>
              <a:rPr dirty="0"/>
              <a:t> </a:t>
            </a:r>
            <a:r>
              <a:rPr dirty="0" err="1"/>
              <a:t>الأدوية</a:t>
            </a:r>
            <a:r>
              <a:rPr dirty="0"/>
              <a:t>، </a:t>
            </a:r>
            <a:r>
              <a:rPr dirty="0" err="1"/>
              <a:t>والفحوصات</a:t>
            </a:r>
            <a:r>
              <a:rPr dirty="0"/>
              <a:t> </a:t>
            </a:r>
            <a:r>
              <a:rPr dirty="0" err="1"/>
              <a:t>البيطرية</a:t>
            </a:r>
            <a:r>
              <a:rPr dirty="0"/>
              <a:t> </a:t>
            </a:r>
            <a:r>
              <a:rPr dirty="0" err="1"/>
              <a:t>لكل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</a:t>
            </a:r>
            <a:r>
              <a:rPr dirty="0" err="1"/>
              <a:t>وسم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إداري</a:t>
            </a:r>
            <a:r>
              <a:rPr dirty="0"/>
              <a:t>: </a:t>
            </a:r>
            <a:r>
              <a:rPr dirty="0" err="1"/>
              <a:t>تتبع</a:t>
            </a:r>
            <a:r>
              <a:rPr dirty="0"/>
              <a:t> </a:t>
            </a:r>
            <a:r>
              <a:rPr dirty="0" err="1"/>
              <a:t>معدلات</a:t>
            </a:r>
            <a:r>
              <a:rPr dirty="0"/>
              <a:t> </a:t>
            </a:r>
            <a:r>
              <a:rPr dirty="0" err="1"/>
              <a:t>انتشار</a:t>
            </a:r>
            <a:r>
              <a:rPr dirty="0"/>
              <a:t> </a:t>
            </a:r>
            <a:r>
              <a:rPr dirty="0" err="1"/>
              <a:t>الأمراض</a:t>
            </a:r>
            <a:r>
              <a:rPr dirty="0"/>
              <a:t> </a:t>
            </a:r>
            <a:r>
              <a:rPr dirty="0" err="1"/>
              <a:t>وتدقيق</a:t>
            </a:r>
            <a:r>
              <a:rPr dirty="0"/>
              <a:t> </a:t>
            </a:r>
            <a:r>
              <a:rPr dirty="0" err="1"/>
              <a:t>النفقات</a:t>
            </a:r>
            <a:r>
              <a:rPr dirty="0"/>
              <a:t> </a:t>
            </a:r>
            <a:r>
              <a:rPr dirty="0" err="1"/>
              <a:t>الطبية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/>
              <a:t>الصفحة</a:t>
            </a:r>
            <a:r>
              <a:rPr dirty="0"/>
              <a:t> 6: </a:t>
            </a:r>
            <a:r>
              <a:rPr dirty="0" err="1"/>
              <a:t>سجل</a:t>
            </a:r>
            <a:r>
              <a:rPr dirty="0"/>
              <a:t> </a:t>
            </a:r>
            <a:r>
              <a:rPr dirty="0" err="1"/>
              <a:t>التكاثر</a:t>
            </a:r>
            <a:r>
              <a:rPr dirty="0"/>
              <a:t> </a:t>
            </a:r>
            <a:r>
              <a:rPr dirty="0" err="1"/>
              <a:t>والتناسل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تشغيلي</a:t>
            </a:r>
            <a:r>
              <a:rPr dirty="0"/>
              <a:t>: </a:t>
            </a:r>
            <a:r>
              <a:rPr dirty="0" err="1"/>
              <a:t>تتبع</a:t>
            </a:r>
            <a:r>
              <a:rPr dirty="0"/>
              <a:t> </a:t>
            </a:r>
            <a:r>
              <a:rPr dirty="0" err="1"/>
              <a:t>تواريخ</a:t>
            </a:r>
            <a:r>
              <a:rPr dirty="0"/>
              <a:t> </a:t>
            </a:r>
            <a:r>
              <a:rPr dirty="0" err="1"/>
              <a:t>التزاوج</a:t>
            </a:r>
            <a:r>
              <a:rPr dirty="0"/>
              <a:t>، </a:t>
            </a:r>
            <a:r>
              <a:rPr dirty="0" err="1"/>
              <a:t>فحوصات</a:t>
            </a:r>
            <a:r>
              <a:rPr dirty="0"/>
              <a:t> </a:t>
            </a:r>
            <a:r>
              <a:rPr dirty="0" err="1"/>
              <a:t>الحمل</a:t>
            </a:r>
            <a:r>
              <a:rPr dirty="0"/>
              <a:t>، </a:t>
            </a:r>
            <a:r>
              <a:rPr dirty="0" err="1"/>
              <a:t>أحداث</a:t>
            </a:r>
            <a:r>
              <a:rPr dirty="0"/>
              <a:t> </a:t>
            </a:r>
            <a:r>
              <a:rPr dirty="0" err="1"/>
              <a:t>الولادة</a:t>
            </a:r>
            <a:r>
              <a:rPr dirty="0"/>
              <a:t>، </a:t>
            </a:r>
            <a:r>
              <a:rPr dirty="0" err="1"/>
              <a:t>وأحجام</a:t>
            </a:r>
            <a:r>
              <a:rPr dirty="0"/>
              <a:t> </a:t>
            </a:r>
            <a:r>
              <a:rPr dirty="0" err="1"/>
              <a:t>البطون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إداري</a:t>
            </a:r>
            <a:r>
              <a:rPr dirty="0"/>
              <a:t>: </a:t>
            </a:r>
            <a:r>
              <a:rPr dirty="0" err="1"/>
              <a:t>مقاييس</a:t>
            </a:r>
            <a:r>
              <a:rPr dirty="0"/>
              <a:t> </a:t>
            </a:r>
            <a:r>
              <a:rPr dirty="0" err="1"/>
              <a:t>الكفاءة</a:t>
            </a:r>
            <a:r>
              <a:rPr dirty="0"/>
              <a:t> </a:t>
            </a:r>
            <a:r>
              <a:rPr dirty="0" err="1"/>
              <a:t>التناسلية</a:t>
            </a:r>
            <a:r>
              <a:rPr dirty="0"/>
              <a:t> </a:t>
            </a:r>
            <a:r>
              <a:rPr dirty="0" err="1"/>
              <a:t>ومؤشرات</a:t>
            </a:r>
            <a:r>
              <a:rPr dirty="0"/>
              <a:t> </a:t>
            </a:r>
            <a:r>
              <a:rPr dirty="0" err="1"/>
              <a:t>الأداء</a:t>
            </a:r>
            <a:r>
              <a:rPr dirty="0"/>
              <a:t> </a:t>
            </a:r>
            <a:r>
              <a:rPr dirty="0" err="1"/>
              <a:t>الرئيسية</a:t>
            </a:r>
            <a:r>
              <a:rPr dirty="0"/>
              <a:t> </a:t>
            </a:r>
            <a:r>
              <a:rPr dirty="0" err="1"/>
              <a:t>لإنتاجية</a:t>
            </a:r>
            <a:r>
              <a:rPr dirty="0"/>
              <a:t> </a:t>
            </a:r>
            <a:r>
              <a:rPr dirty="0" err="1"/>
              <a:t>القطيع</a:t>
            </a:r>
            <a:r>
              <a:rPr dirty="0"/>
              <a:t> </a:t>
            </a:r>
            <a:r>
              <a:rPr dirty="0" err="1"/>
              <a:t>الأساسي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/>
              <a:t>الصفحة</a:t>
            </a:r>
            <a:r>
              <a:rPr dirty="0"/>
              <a:t> 7: </a:t>
            </a:r>
            <a:r>
              <a:rPr dirty="0" err="1"/>
              <a:t>حيازة</a:t>
            </a:r>
            <a:r>
              <a:rPr dirty="0"/>
              <a:t> </a:t>
            </a:r>
            <a:r>
              <a:rPr dirty="0" err="1"/>
              <a:t>المواشي</a:t>
            </a:r>
            <a:r>
              <a:rPr dirty="0"/>
              <a:t> </a:t>
            </a:r>
            <a:r>
              <a:rPr dirty="0" err="1"/>
              <a:t>وإعداد</a:t>
            </a:r>
            <a:r>
              <a:rPr dirty="0"/>
              <a:t> </a:t>
            </a:r>
            <a:r>
              <a:rPr dirty="0" err="1"/>
              <a:t>رأس</a:t>
            </a:r>
            <a:r>
              <a:rPr dirty="0"/>
              <a:t> </a:t>
            </a:r>
            <a:r>
              <a:rPr dirty="0" err="1"/>
              <a:t>المال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تشغيلي</a:t>
            </a:r>
            <a:r>
              <a:rPr dirty="0"/>
              <a:t>: </a:t>
            </a:r>
            <a:r>
              <a:rPr dirty="0" err="1"/>
              <a:t>إدراج</a:t>
            </a:r>
            <a:r>
              <a:rPr dirty="0"/>
              <a:t> </a:t>
            </a:r>
            <a:r>
              <a:rPr dirty="0" err="1"/>
              <a:t>دفعات</a:t>
            </a:r>
            <a:r>
              <a:rPr dirty="0"/>
              <a:t> </a:t>
            </a:r>
            <a:r>
              <a:rPr dirty="0" err="1"/>
              <a:t>الشراء</a:t>
            </a:r>
            <a:r>
              <a:rPr dirty="0"/>
              <a:t> </a:t>
            </a:r>
            <a:r>
              <a:rPr dirty="0" err="1"/>
              <a:t>الجديدة</a:t>
            </a:r>
            <a:r>
              <a:rPr dirty="0"/>
              <a:t> </a:t>
            </a:r>
            <a:r>
              <a:rPr dirty="0" err="1"/>
              <a:t>مع</a:t>
            </a:r>
            <a:r>
              <a:rPr dirty="0"/>
              <a:t> </a:t>
            </a:r>
            <a:r>
              <a:rPr dirty="0" err="1"/>
              <a:t>تفاصيل</a:t>
            </a:r>
            <a:r>
              <a:rPr dirty="0"/>
              <a:t> </a:t>
            </a:r>
            <a:r>
              <a:rPr dirty="0" err="1"/>
              <a:t>المصدر</a:t>
            </a:r>
            <a:r>
              <a:rPr dirty="0"/>
              <a:t>، </a:t>
            </a:r>
            <a:r>
              <a:rPr dirty="0" err="1"/>
              <a:t>أسعار</a:t>
            </a:r>
            <a:r>
              <a:rPr dirty="0"/>
              <a:t> </a:t>
            </a:r>
            <a:r>
              <a:rPr dirty="0" err="1"/>
              <a:t>الشراء</a:t>
            </a:r>
            <a:r>
              <a:rPr dirty="0"/>
              <a:t>، </a:t>
            </a:r>
            <a:r>
              <a:rPr dirty="0" err="1"/>
              <a:t>والأوزان</a:t>
            </a:r>
            <a:r>
              <a:rPr dirty="0"/>
              <a:t> </a:t>
            </a:r>
            <a:r>
              <a:rPr dirty="0" err="1"/>
              <a:t>الأولية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إداري</a:t>
            </a:r>
            <a:r>
              <a:rPr dirty="0"/>
              <a:t>: </a:t>
            </a:r>
            <a:r>
              <a:rPr dirty="0" err="1"/>
              <a:t>تتبع</a:t>
            </a:r>
            <a:r>
              <a:rPr dirty="0"/>
              <a:t> </a:t>
            </a:r>
            <a:r>
              <a:rPr dirty="0" err="1"/>
              <a:t>نشر</a:t>
            </a:r>
            <a:r>
              <a:rPr dirty="0"/>
              <a:t> </a:t>
            </a:r>
            <a:r>
              <a:rPr dirty="0" err="1"/>
              <a:t>رأس</a:t>
            </a:r>
            <a:r>
              <a:rPr dirty="0"/>
              <a:t> </a:t>
            </a:r>
            <a:r>
              <a:rPr dirty="0" err="1"/>
              <a:t>المال</a:t>
            </a:r>
            <a:r>
              <a:rPr dirty="0"/>
              <a:t> </a:t>
            </a:r>
            <a:r>
              <a:rPr dirty="0" err="1"/>
              <a:t>وتقييم</a:t>
            </a:r>
            <a:r>
              <a:rPr dirty="0"/>
              <a:t> </a:t>
            </a:r>
            <a:r>
              <a:rPr dirty="0" err="1"/>
              <a:t>الأصول</a:t>
            </a:r>
            <a:r>
              <a:rPr dirty="0"/>
              <a:t> </a:t>
            </a:r>
            <a:r>
              <a:rPr dirty="0" err="1"/>
              <a:t>الأولية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t>الصفحة 8: المبيعات وتحقيق الإيرادات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تشغيلي</a:t>
            </a:r>
            <a:r>
              <a:rPr dirty="0"/>
              <a:t>: </a:t>
            </a:r>
            <a:r>
              <a:rPr dirty="0" err="1"/>
              <a:t>تسجيل</a:t>
            </a:r>
            <a:r>
              <a:rPr dirty="0"/>
              <a:t> </a:t>
            </a:r>
            <a:r>
              <a:rPr dirty="0" err="1"/>
              <a:t>مبيعات</a:t>
            </a:r>
            <a:r>
              <a:rPr dirty="0"/>
              <a:t> </a:t>
            </a:r>
            <a:r>
              <a:rPr dirty="0" err="1"/>
              <a:t>المواشي</a:t>
            </a:r>
            <a:r>
              <a:rPr dirty="0"/>
              <a:t>، </a:t>
            </a:r>
            <a:r>
              <a:rPr dirty="0" err="1"/>
              <a:t>عوائد</a:t>
            </a:r>
            <a:r>
              <a:rPr dirty="0"/>
              <a:t> </a:t>
            </a:r>
            <a:r>
              <a:rPr dirty="0" err="1"/>
              <a:t>الصوف</a:t>
            </a:r>
            <a:r>
              <a:rPr dirty="0"/>
              <a:t>، </a:t>
            </a:r>
            <a:r>
              <a:rPr dirty="0" err="1"/>
              <a:t>وإيصالات</a:t>
            </a:r>
            <a:r>
              <a:rPr dirty="0"/>
              <a:t> </a:t>
            </a:r>
            <a:r>
              <a:rPr dirty="0" err="1"/>
              <a:t>معاملات</a:t>
            </a:r>
            <a:r>
              <a:rPr dirty="0"/>
              <a:t> </a:t>
            </a:r>
            <a:r>
              <a:rPr dirty="0" err="1"/>
              <a:t>السوق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إداري</a:t>
            </a:r>
            <a:r>
              <a:rPr dirty="0"/>
              <a:t>: </a:t>
            </a:r>
            <a:r>
              <a:rPr dirty="0" err="1"/>
              <a:t>تحليل</a:t>
            </a:r>
            <a:r>
              <a:rPr dirty="0"/>
              <a:t> </a:t>
            </a:r>
            <a:r>
              <a:rPr dirty="0" err="1"/>
              <a:t>تدفقات</a:t>
            </a:r>
            <a:r>
              <a:rPr dirty="0"/>
              <a:t> </a:t>
            </a:r>
            <a:r>
              <a:rPr dirty="0" err="1"/>
              <a:t>الإيرادات</a:t>
            </a:r>
            <a:r>
              <a:rPr dirty="0"/>
              <a:t> </a:t>
            </a:r>
            <a:r>
              <a:rPr dirty="0" err="1"/>
              <a:t>وتحقيق</a:t>
            </a:r>
            <a:r>
              <a:rPr dirty="0"/>
              <a:t> </a:t>
            </a:r>
            <a:r>
              <a:rPr dirty="0" err="1"/>
              <a:t>ربحية</a:t>
            </a:r>
            <a:r>
              <a:rPr dirty="0"/>
              <a:t> </a:t>
            </a:r>
            <a:r>
              <a:rPr dirty="0" err="1"/>
              <a:t>الدفعات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/>
              <a:t>الصفحة</a:t>
            </a:r>
            <a:r>
              <a:rPr dirty="0"/>
              <a:t> 9: </a:t>
            </a:r>
            <a:r>
              <a:rPr dirty="0" err="1"/>
              <a:t>المصروفات</a:t>
            </a:r>
            <a:r>
              <a:rPr dirty="0"/>
              <a:t> </a:t>
            </a:r>
            <a:r>
              <a:rPr dirty="0" err="1"/>
              <a:t>التشغيلية</a:t>
            </a:r>
            <a:r>
              <a:rPr dirty="0"/>
              <a:t> </a:t>
            </a:r>
            <a:r>
              <a:rPr dirty="0" err="1"/>
              <a:t>وتدفقات</a:t>
            </a:r>
            <a:r>
              <a:rPr dirty="0"/>
              <a:t> </a:t>
            </a:r>
            <a:r>
              <a:rPr dirty="0" err="1"/>
              <a:t>الأعلاف</a:t>
            </a:r>
            <a:r>
              <a:rPr dirty="0"/>
              <a:t> (</a:t>
            </a:r>
            <a:r>
              <a:rPr dirty="0" err="1"/>
              <a:t>OpEx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تشغيلي</a:t>
            </a:r>
            <a:r>
              <a:rPr dirty="0"/>
              <a:t>: </a:t>
            </a:r>
            <a:r>
              <a:rPr dirty="0" err="1"/>
              <a:t>تسجيل</a:t>
            </a:r>
            <a:r>
              <a:rPr dirty="0"/>
              <a:t> </a:t>
            </a:r>
            <a:r>
              <a:rPr dirty="0" err="1"/>
              <a:t>تكاليف</a:t>
            </a:r>
            <a:r>
              <a:rPr dirty="0"/>
              <a:t> </a:t>
            </a:r>
            <a:r>
              <a:rPr dirty="0" err="1"/>
              <a:t>تشغيل</a:t>
            </a:r>
            <a:r>
              <a:rPr dirty="0"/>
              <a:t> </a:t>
            </a:r>
            <a:r>
              <a:rPr dirty="0" err="1"/>
              <a:t>المزرعة</a:t>
            </a:r>
            <a:r>
              <a:rPr dirty="0"/>
              <a:t> </a:t>
            </a:r>
            <a:r>
              <a:rPr dirty="0" err="1"/>
              <a:t>اليومية</a:t>
            </a:r>
            <a:r>
              <a:rPr dirty="0"/>
              <a:t>، </a:t>
            </a:r>
            <a:r>
              <a:rPr dirty="0" err="1"/>
              <a:t>العمالة</a:t>
            </a:r>
            <a:r>
              <a:rPr dirty="0"/>
              <a:t>، </a:t>
            </a:r>
            <a:r>
              <a:rPr dirty="0" err="1"/>
              <a:t>ومشتريات</a:t>
            </a:r>
            <a:r>
              <a:rPr dirty="0"/>
              <a:t> </a:t>
            </a:r>
            <a:r>
              <a:rPr dirty="0" err="1"/>
              <a:t>المواد</a:t>
            </a:r>
            <a:r>
              <a:rPr dirty="0"/>
              <a:t> </a:t>
            </a:r>
            <a:r>
              <a:rPr dirty="0" err="1"/>
              <a:t>المستهلكة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إداري</a:t>
            </a:r>
            <a:r>
              <a:rPr dirty="0"/>
              <a:t>: </a:t>
            </a:r>
            <a:r>
              <a:rPr dirty="0" err="1"/>
              <a:t>تخصيص</a:t>
            </a:r>
            <a:r>
              <a:rPr dirty="0"/>
              <a:t> </a:t>
            </a:r>
            <a:r>
              <a:rPr dirty="0" err="1"/>
              <a:t>مراكز</a:t>
            </a:r>
            <a:r>
              <a:rPr dirty="0"/>
              <a:t> </a:t>
            </a:r>
            <a:r>
              <a:rPr dirty="0" err="1"/>
              <a:t>التكلفة</a:t>
            </a:r>
            <a:r>
              <a:rPr dirty="0"/>
              <a:t> </a:t>
            </a:r>
            <a:r>
              <a:rPr dirty="0" err="1"/>
              <a:t>ومراقبة</a:t>
            </a:r>
            <a:r>
              <a:rPr dirty="0"/>
              <a:t> </a:t>
            </a:r>
            <a:r>
              <a:rPr dirty="0" err="1"/>
              <a:t>انحراف</a:t>
            </a:r>
            <a:r>
              <a:rPr dirty="0"/>
              <a:t> </a:t>
            </a:r>
            <a:r>
              <a:rPr dirty="0" err="1"/>
              <a:t>الميزانية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/>
              <a:t>الصفحة</a:t>
            </a:r>
            <a:r>
              <a:rPr dirty="0"/>
              <a:t> 10: </a:t>
            </a:r>
            <a:r>
              <a:rPr dirty="0" err="1"/>
              <a:t>جسر</a:t>
            </a:r>
            <a:r>
              <a:rPr dirty="0"/>
              <a:t> </a:t>
            </a:r>
            <a:r>
              <a:rPr dirty="0" err="1"/>
              <a:t>البيانات</a:t>
            </a:r>
            <a:r>
              <a:rPr dirty="0"/>
              <a:t> </a:t>
            </a:r>
            <a:r>
              <a:rPr dirty="0" err="1"/>
              <a:t>التشغيلية</a:t>
            </a:r>
            <a:r>
              <a:rPr dirty="0"/>
              <a:t> </a:t>
            </a:r>
            <a:r>
              <a:rPr dirty="0" err="1"/>
              <a:t>والتدقيق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تشغيلي</a:t>
            </a:r>
            <a:r>
              <a:rPr dirty="0"/>
              <a:t>: </a:t>
            </a:r>
            <a:r>
              <a:rPr dirty="0" err="1"/>
              <a:t>مطابقة</a:t>
            </a:r>
            <a:r>
              <a:rPr dirty="0"/>
              <a:t> </a:t>
            </a:r>
            <a:r>
              <a:rPr dirty="0" err="1"/>
              <a:t>السجلات</a:t>
            </a:r>
            <a:r>
              <a:rPr dirty="0"/>
              <a:t> </a:t>
            </a:r>
            <a:r>
              <a:rPr dirty="0" err="1"/>
              <a:t>الميدانية</a:t>
            </a:r>
            <a:r>
              <a:rPr dirty="0"/>
              <a:t> </a:t>
            </a:r>
            <a:r>
              <a:rPr dirty="0" err="1"/>
              <a:t>غير</a:t>
            </a:r>
            <a:r>
              <a:rPr dirty="0"/>
              <a:t> </a:t>
            </a:r>
            <a:r>
              <a:rPr dirty="0" err="1"/>
              <a:t>المتحقق</a:t>
            </a:r>
            <a:r>
              <a:rPr dirty="0"/>
              <a:t> </a:t>
            </a:r>
            <a:r>
              <a:rPr dirty="0" err="1"/>
              <a:t>منها</a:t>
            </a:r>
            <a:r>
              <a:rPr dirty="0"/>
              <a:t> </a:t>
            </a:r>
            <a:r>
              <a:rPr dirty="0" err="1"/>
              <a:t>ومعالجة</a:t>
            </a:r>
            <a:r>
              <a:rPr dirty="0"/>
              <a:t> </a:t>
            </a:r>
            <a:r>
              <a:rPr dirty="0" err="1"/>
              <a:t>تدفقات</a:t>
            </a:r>
            <a:r>
              <a:rPr dirty="0"/>
              <a:t> </a:t>
            </a:r>
            <a:r>
              <a:rPr dirty="0" err="1"/>
              <a:t>بيانات</a:t>
            </a:r>
            <a:r>
              <a:rPr dirty="0"/>
              <a:t> </a:t>
            </a:r>
            <a:r>
              <a:rPr dirty="0" err="1"/>
              <a:t>الأعلاف</a:t>
            </a:r>
            <a:r>
              <a:rPr dirty="0"/>
              <a:t> </a:t>
            </a:r>
            <a:r>
              <a:rPr dirty="0" err="1"/>
              <a:t>التلقائية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إداري</a:t>
            </a:r>
            <a:r>
              <a:rPr dirty="0"/>
              <a:t>: </a:t>
            </a:r>
            <a:r>
              <a:rPr dirty="0" err="1"/>
              <a:t>مراجعة</a:t>
            </a:r>
            <a:r>
              <a:rPr dirty="0"/>
              <a:t> </a:t>
            </a:r>
            <a:r>
              <a:rPr dirty="0" err="1"/>
              <a:t>كشف</a:t>
            </a:r>
            <a:r>
              <a:rPr dirty="0"/>
              <a:t> </a:t>
            </a:r>
            <a:r>
              <a:rPr dirty="0" err="1"/>
              <a:t>الشذوذ</a:t>
            </a:r>
            <a:r>
              <a:rPr dirty="0"/>
              <a:t> (</a:t>
            </a:r>
            <a:r>
              <a:rPr dirty="0" err="1"/>
              <a:t>مثل</a:t>
            </a:r>
            <a:r>
              <a:rPr dirty="0"/>
              <a:t> </a:t>
            </a:r>
            <a:r>
              <a:rPr dirty="0" err="1"/>
              <a:t>تحذيرات</a:t>
            </a:r>
            <a:r>
              <a:rPr dirty="0"/>
              <a:t> </a:t>
            </a:r>
            <a:r>
              <a:rPr dirty="0" err="1"/>
              <a:t>الاستهلاك</a:t>
            </a:r>
            <a:r>
              <a:rPr dirty="0"/>
              <a:t> </a:t>
            </a:r>
            <a:r>
              <a:rPr dirty="0" err="1"/>
              <a:t>العالي</a:t>
            </a:r>
            <a:r>
              <a:rPr dirty="0"/>
              <a:t>) </a:t>
            </a:r>
            <a:r>
              <a:rPr dirty="0" err="1"/>
              <a:t>قبل</a:t>
            </a:r>
            <a:r>
              <a:rPr dirty="0"/>
              <a:t> </a:t>
            </a:r>
            <a:r>
              <a:rPr dirty="0" err="1"/>
              <a:t>الترحيل</a:t>
            </a:r>
            <a:r>
              <a:rPr dirty="0"/>
              <a:t> </a:t>
            </a:r>
            <a:r>
              <a:rPr dirty="0" err="1"/>
              <a:t>للدفتر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/>
              <a:t>الصفحة</a:t>
            </a:r>
            <a:r>
              <a:rPr dirty="0"/>
              <a:t> 11: </a:t>
            </a:r>
            <a:r>
              <a:rPr dirty="0" err="1"/>
              <a:t>تحليلات</a:t>
            </a:r>
            <a:r>
              <a:rPr dirty="0"/>
              <a:t> </a:t>
            </a:r>
            <a:r>
              <a:rPr dirty="0" err="1"/>
              <a:t>الأداء</a:t>
            </a:r>
            <a:r>
              <a:rPr dirty="0"/>
              <a:t> </a:t>
            </a:r>
            <a:r>
              <a:rPr dirty="0" err="1"/>
              <a:t>وتكلفة</a:t>
            </a:r>
            <a:r>
              <a:rPr dirty="0"/>
              <a:t> </a:t>
            </a:r>
            <a:r>
              <a:rPr dirty="0" err="1"/>
              <a:t>زيادة</a:t>
            </a:r>
            <a:r>
              <a:rPr dirty="0"/>
              <a:t> </a:t>
            </a:r>
            <a:r>
              <a:rPr dirty="0" err="1"/>
              <a:t>الوزن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تشغيلي</a:t>
            </a:r>
            <a:r>
              <a:rPr dirty="0"/>
              <a:t>: </a:t>
            </a:r>
            <a:r>
              <a:rPr dirty="0" err="1"/>
              <a:t>مراجعة</a:t>
            </a:r>
            <a:r>
              <a:rPr dirty="0"/>
              <a:t> </a:t>
            </a:r>
            <a:r>
              <a:rPr dirty="0" err="1"/>
              <a:t>قوائم</a:t>
            </a:r>
            <a:r>
              <a:rPr dirty="0"/>
              <a:t> </a:t>
            </a:r>
            <a:r>
              <a:rPr dirty="0" err="1"/>
              <a:t>الأرباح</a:t>
            </a:r>
            <a:r>
              <a:rPr dirty="0"/>
              <a:t> </a:t>
            </a:r>
            <a:r>
              <a:rPr dirty="0" err="1"/>
              <a:t>والخسائر</a:t>
            </a:r>
            <a:r>
              <a:rPr dirty="0"/>
              <a:t> </a:t>
            </a:r>
            <a:r>
              <a:rPr dirty="0" err="1"/>
              <a:t>على</a:t>
            </a:r>
            <a:r>
              <a:rPr dirty="0"/>
              <a:t> </a:t>
            </a:r>
            <a:r>
              <a:rPr dirty="0" err="1"/>
              <a:t>مستوى</a:t>
            </a:r>
            <a:r>
              <a:rPr dirty="0"/>
              <a:t> </a:t>
            </a:r>
            <a:r>
              <a:rPr dirty="0" err="1"/>
              <a:t>الدفعات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إداري</a:t>
            </a:r>
            <a:r>
              <a:rPr dirty="0"/>
              <a:t>: </a:t>
            </a:r>
            <a:r>
              <a:rPr dirty="0" err="1"/>
              <a:t>تحليل</a:t>
            </a:r>
            <a:r>
              <a:rPr dirty="0"/>
              <a:t> </a:t>
            </a:r>
            <a:r>
              <a:rPr dirty="0" err="1"/>
              <a:t>نسب</a:t>
            </a:r>
            <a:r>
              <a:rPr dirty="0"/>
              <a:t> </a:t>
            </a:r>
            <a:r>
              <a:rPr dirty="0" err="1"/>
              <a:t>تحويل</a:t>
            </a:r>
            <a:r>
              <a:rPr dirty="0"/>
              <a:t> </a:t>
            </a:r>
            <a:r>
              <a:rPr dirty="0" err="1"/>
              <a:t>الأعلاف</a:t>
            </a:r>
            <a:r>
              <a:rPr dirty="0"/>
              <a:t>، </a:t>
            </a:r>
            <a:r>
              <a:rPr dirty="0" err="1"/>
              <a:t>تكلفة</a:t>
            </a:r>
            <a:r>
              <a:rPr dirty="0"/>
              <a:t> </a:t>
            </a:r>
            <a:r>
              <a:rPr dirty="0" err="1"/>
              <a:t>زيادة</a:t>
            </a:r>
            <a:r>
              <a:rPr dirty="0"/>
              <a:t> </a:t>
            </a:r>
            <a:r>
              <a:rPr dirty="0" err="1"/>
              <a:t>الوزن</a:t>
            </a:r>
            <a:r>
              <a:rPr dirty="0"/>
              <a:t> ($/</a:t>
            </a:r>
            <a:r>
              <a:rPr dirty="0" err="1"/>
              <a:t>كجم</a:t>
            </a:r>
            <a:r>
              <a:rPr dirty="0"/>
              <a:t>)، </a:t>
            </a:r>
            <a:r>
              <a:rPr dirty="0" err="1"/>
              <a:t>ومعايير</a:t>
            </a:r>
            <a:r>
              <a:rPr dirty="0"/>
              <a:t> </a:t>
            </a:r>
            <a:r>
              <a:rPr dirty="0" err="1"/>
              <a:t>الكفاءة</a:t>
            </a:r>
            <a:r>
              <a:rPr dirty="0"/>
              <a:t> </a:t>
            </a:r>
            <a:r>
              <a:rPr dirty="0" err="1"/>
              <a:t>التشغيلية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/>
              <a:t>الصفحة</a:t>
            </a:r>
            <a:r>
              <a:rPr dirty="0"/>
              <a:t> 12: </a:t>
            </a:r>
            <a:r>
              <a:rPr dirty="0" err="1"/>
              <a:t>توقعات</a:t>
            </a:r>
            <a:r>
              <a:rPr dirty="0"/>
              <a:t> </a:t>
            </a:r>
            <a:r>
              <a:rPr dirty="0" err="1"/>
              <a:t>التدفق</a:t>
            </a:r>
            <a:r>
              <a:rPr dirty="0"/>
              <a:t> </a:t>
            </a:r>
            <a:r>
              <a:rPr dirty="0" err="1"/>
              <a:t>النقدي</a:t>
            </a:r>
            <a:r>
              <a:rPr dirty="0"/>
              <a:t> </a:t>
            </a:r>
            <a:r>
              <a:rPr dirty="0" err="1"/>
              <a:t>والتقارير</a:t>
            </a:r>
            <a:r>
              <a:rPr dirty="0"/>
              <a:t> </a:t>
            </a:r>
            <a:r>
              <a:rPr dirty="0" err="1"/>
              <a:t>التنفيذية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تشغيلي</a:t>
            </a:r>
            <a:r>
              <a:rPr dirty="0"/>
              <a:t>: </a:t>
            </a:r>
            <a:r>
              <a:rPr dirty="0" err="1"/>
              <a:t>إدخال</a:t>
            </a:r>
            <a:r>
              <a:rPr dirty="0"/>
              <a:t> </a:t>
            </a:r>
            <a:r>
              <a:rPr dirty="0" err="1"/>
              <a:t>المصروفات</a:t>
            </a:r>
            <a:r>
              <a:rPr dirty="0"/>
              <a:t> </a:t>
            </a:r>
            <a:r>
              <a:rPr dirty="0" err="1"/>
              <a:t>المستقبلية</a:t>
            </a:r>
            <a:r>
              <a:rPr dirty="0"/>
              <a:t> </a:t>
            </a:r>
            <a:r>
              <a:rPr dirty="0" err="1"/>
              <a:t>المجدولة</a:t>
            </a:r>
            <a:r>
              <a:rPr dirty="0"/>
              <a:t> </a:t>
            </a:r>
            <a:r>
              <a:rPr dirty="0" err="1"/>
              <a:t>والمتحصلات</a:t>
            </a:r>
            <a:r>
              <a:rPr dirty="0"/>
              <a:t> </a:t>
            </a:r>
            <a:r>
              <a:rPr dirty="0" err="1"/>
              <a:t>المتوقعة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إداري</a:t>
            </a:r>
            <a:r>
              <a:rPr dirty="0"/>
              <a:t>: </a:t>
            </a:r>
            <a:r>
              <a:rPr dirty="0" err="1"/>
              <a:t>التنبؤ</a:t>
            </a:r>
            <a:r>
              <a:rPr dirty="0"/>
              <a:t> </a:t>
            </a:r>
            <a:r>
              <a:rPr dirty="0" err="1"/>
              <a:t>بالسيولة</a:t>
            </a:r>
            <a:r>
              <a:rPr dirty="0"/>
              <a:t> لـ 90 </a:t>
            </a:r>
            <a:r>
              <a:rPr dirty="0" err="1"/>
              <a:t>يوماً</a:t>
            </a:r>
            <a:r>
              <a:rPr dirty="0"/>
              <a:t> </a:t>
            </a:r>
            <a:r>
              <a:rPr dirty="0" err="1"/>
              <a:t>والملخصات</a:t>
            </a:r>
            <a:r>
              <a:rPr dirty="0"/>
              <a:t> </a:t>
            </a:r>
            <a:r>
              <a:rPr dirty="0" err="1"/>
              <a:t>المالية</a:t>
            </a:r>
            <a:r>
              <a:rPr dirty="0"/>
              <a:t> </a:t>
            </a:r>
            <a:r>
              <a:rPr dirty="0" err="1"/>
              <a:t>على</a:t>
            </a:r>
            <a:r>
              <a:rPr dirty="0"/>
              <a:t> </a:t>
            </a:r>
            <a:r>
              <a:rPr dirty="0" err="1"/>
              <a:t>مستوى</a:t>
            </a:r>
            <a:r>
              <a:rPr dirty="0"/>
              <a:t> </a:t>
            </a:r>
            <a:r>
              <a:rPr dirty="0" err="1"/>
              <a:t>مجلس</a:t>
            </a:r>
            <a:r>
              <a:rPr dirty="0"/>
              <a:t> </a:t>
            </a:r>
            <a:r>
              <a:rPr dirty="0" err="1"/>
              <a:t>الإدارة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433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عرض مجلس الإدارة لـ 12 وحدة لتطبيق MyHerdApp</vt:lpstr>
      <vt:lpstr>الصفحة 1: البوابة الرئيسية التنفيذية وبوابة المصادقة</vt:lpstr>
      <vt:lpstr>الصفحة 2: سجل القطيع الرئيسي والمخزون</vt:lpstr>
      <vt:lpstr>الصفحة 3: تتبع الأوزان ونمو الحيوانات</vt:lpstr>
      <vt:lpstr>الصفحة 4: تركيبة الأعلاف وحاسبة الحصص</vt:lpstr>
      <vt:lpstr>الصفحة 5: سجلات الصحة والبيطرة والعلاج</vt:lpstr>
      <vt:lpstr>الصفحة 6: سجل التكاثر والتناسل</vt:lpstr>
      <vt:lpstr>الصفحة 7: حيازة المواشي وإعداد رأس المال</vt:lpstr>
      <vt:lpstr>الصفحة 8: المبيعات وتحقيق الإيرادات</vt:lpstr>
      <vt:lpstr>الصفحة 9: المصروفات التشغيلية وتدفقات الأعلاف (OpEx)</vt:lpstr>
      <vt:lpstr>الصفحة 10: جسر البيانات التشغيلية والتدقيق</vt:lpstr>
      <vt:lpstr>الصفحة 11: تحليلات الأداء وتكلفة زيادة الوزن</vt:lpstr>
      <vt:lpstr>الصفحة 12: توقعات التدفق النقدي والتقارير التنفيذية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Salama salama</cp:lastModifiedBy>
  <cp:revision>4</cp:revision>
  <dcterms:created xsi:type="dcterms:W3CDTF">2013-01-27T09:14:16Z</dcterms:created>
  <dcterms:modified xsi:type="dcterms:W3CDTF">2026-07-23T11:27:33Z</dcterms:modified>
  <cp:category/>
</cp:coreProperties>
</file>
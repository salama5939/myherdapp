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4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3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6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8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20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69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7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7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6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5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9585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95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8713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948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MyHerdApp 12-Module Executive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Livestock Operations &amp; Administrative Oversight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1: Executive Home &amp; Authentication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Secure user login, role-based access, and bilingual language toggles.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System security audit logs and active session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2: Master Herd Roster &amp;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Individual animal tracking via unique tag numbers, breed categorization, and status filtering.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Aggregate headcount reports and flock demographic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3: Weight &amp; Growth Tracking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Logging routine scale measurements and tracking individual weight gain over time.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Growth curve analysis and identification of performance 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4: Feed Formulation &amp; Ration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Entering daily feed formulas, calculating dry matter intake, and managing recipe mix types.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Monitoring feed cost efficiency and raw material consumption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5: Health, Veterinary &amp; Treatment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Recording vaccinations, medication administration, and veterinary check-ups per tag number.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Disease incidence tracking and medical expense auditing.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6: Breeding &amp; Reproduction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Tracking mating dates, pregnancy checks, lambing/kidding events, and litter sizes.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Reproductive efficiency metrics and foundation herd productivity KPIs.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7: Livestock Acquisition &amp; Capital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Onboarding new purchase batches with source details, purchase prices, and initial weights.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Capital deployment tracking and initial asset 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8: Sales &amp; Revenue Realization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Logging livestock sales, wool yields, and market transaction receipts.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Revenue stream analysis and batch profitability realization.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9: Operational Expenses &amp; Feed Outflows (OpEx)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Recording daily farm running costs, labor, and consumable purchases.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Cost-center allocation and budget variance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10: Operational Data Bridge &amp;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Reconciling unverified field logs and processing automated feed data streams.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Anomaly detection review (e.g., high-quantity consumption warnings) before ledger posting.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11: Performance Analytics &amp; Cost of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Reviewing batch-level profit and loss statements.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Analyzing feed conversion ratios, cost of gain ($/kg), and operational efficiency benchmarks.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12: Cash Flow Projections &amp; Executive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• Operational: Entering scheduled future expenses and anticipated receivables.</a:t>
            </a:r>
          </a:p>
          <a:p>
            <a:pPr>
              <a:spcAft>
                <a:spcPts val="1400"/>
              </a:spcAft>
              <a:defRPr sz="2000"/>
            </a:pPr>
            <a:r>
              <a:t>• Administrative: 90-day liquidity forecasting and board-level financial summaries.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447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MyHerdApp 12-Module Executive Presentation</vt:lpstr>
      <vt:lpstr>Page 1: Executive Home &amp; Authentication Portal</vt:lpstr>
      <vt:lpstr>Page 2: Master Herd Roster &amp; Inventory</vt:lpstr>
      <vt:lpstr>Page 3: Weight &amp; Growth Tracking Staging</vt:lpstr>
      <vt:lpstr>Page 4: Feed Formulation &amp; Ration Calculator</vt:lpstr>
      <vt:lpstr>Page 5: Health, Veterinary &amp; Treatment Logs</vt:lpstr>
      <vt:lpstr>Page 6: Breeding &amp; Reproduction Register</vt:lpstr>
      <vt:lpstr>Page 7: Livestock Acquisition &amp; Capital Setup</vt:lpstr>
      <vt:lpstr>Page 8: Sales &amp; Revenue Realization</vt:lpstr>
      <vt:lpstr>Page 9: Operational Expenses &amp; Feed Outflows (OpEx)</vt:lpstr>
      <vt:lpstr>Page 10: Operational Data Bridge &amp; Auditing</vt:lpstr>
      <vt:lpstr>Page 11: Performance Analytics &amp; Cost of Gain</vt:lpstr>
      <vt:lpstr>Page 12: Cash Flow Projections &amp; Executive Reporting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Salama salama</cp:lastModifiedBy>
  <cp:revision>2</cp:revision>
  <dcterms:created xsi:type="dcterms:W3CDTF">2013-01-27T09:14:16Z</dcterms:created>
  <dcterms:modified xsi:type="dcterms:W3CDTF">2026-07-23T11:20:03Z</dcterms:modified>
  <cp:category/>
</cp:coreProperties>
</file>
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29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91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42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7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58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832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13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864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93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963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8915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488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8229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15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63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564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437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MyHerdApp Board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Livestock Management &amp; Operational Oversight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1. Executive Herd Scale &amp;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• Core Objective: Streamlining sheep farming operations and tracking individual livestock metrics.</a:t>
            </a:r>
          </a:p>
          <a:p>
            <a:pPr>
              <a:spcAft>
                <a:spcPts val="1400"/>
              </a:spcAft>
              <a:defRPr sz="2000"/>
            </a:pPr>
            <a:r>
              <a:t>• Flock Visibility: Real-time tracking of tag numbers, weight progression, and physiological status.</a:t>
            </a:r>
          </a:p>
          <a:p>
            <a:pPr>
              <a:spcAft>
                <a:spcPts val="1400"/>
              </a:spcAft>
              <a:defRPr sz="2000"/>
            </a:pPr>
            <a:r>
              <a:t>• Operational Efficiency: Digitalizing daily feed formulas and animal logistics.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2. Livestock Performance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• Weight Gain Tracking: Monitoring maximum and minimum weight thresholds across batches.</a:t>
            </a:r>
          </a:p>
          <a:p>
            <a:pPr>
              <a:spcAft>
                <a:spcPts val="1400"/>
              </a:spcAft>
              <a:defRPr sz="2000"/>
            </a:pPr>
            <a:r>
              <a:t>• Feed Optimization: Evaluating daily ration metrics and recipe costs.</a:t>
            </a:r>
          </a:p>
          <a:p>
            <a:pPr>
              <a:spcAft>
                <a:spcPts val="1400"/>
              </a:spcAft>
              <a:defRPr sz="2000"/>
            </a:pPr>
            <a:r>
              <a:t>• Growth Monitoring: Identifying high-performing fattening cycles and addressing growth lags.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3. Cloud Architecture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• Tech Stack: Built with Python Flask, SQLite, and deployed on Render cloud services.</a:t>
            </a:r>
          </a:p>
          <a:p>
            <a:pPr>
              <a:spcAft>
                <a:spcPts val="1400"/>
              </a:spcAft>
              <a:defRPr sz="2000"/>
            </a:pPr>
            <a:r>
              <a:t>• Accessibility: Seamless verification and operation across desktop and mobile devices.</a:t>
            </a:r>
          </a:p>
          <a:p>
            <a:pPr>
              <a:spcAft>
                <a:spcPts val="1400"/>
              </a:spcAft>
              <a:defRPr sz="2000"/>
            </a:pPr>
            <a:r>
              <a:t>• Data Integrity: Secure repository maintenance and automated backup structures.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</TotalTime>
  <Words>151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MyHerdApp Board Review</vt:lpstr>
      <vt:lpstr>1. Executive Herd Scale &amp; Overview</vt:lpstr>
      <vt:lpstr>2. Livestock Performance Analytics</vt:lpstr>
      <vt:lpstr>3. Cloud Architecture &amp; Deployment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Salama salama</cp:lastModifiedBy>
  <cp:revision>2</cp:revision>
  <dcterms:created xsi:type="dcterms:W3CDTF">2013-01-27T09:14:16Z</dcterms:created>
  <dcterms:modified xsi:type="dcterms:W3CDTF">2026-07-23T11:00:23Z</dcterms:modified>
  <cp:category/>
</cp:coreProperties>
</file>
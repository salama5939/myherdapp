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09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426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22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159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224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601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57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391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362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79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8375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05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3501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419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622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338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9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عرض مجلس الإدارة لتطبيق MyHerdApp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t>إدارة الثروة الحيوانية والإشراف التشغيلي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sz="2800" b="1">
                <a:solidFill>
                  <a:srgbClr val="182B49"/>
                </a:solidFill>
              </a:defRPr>
            </a:pPr>
            <a:r>
              <a:t>1. نطاق القطيع ونظرة عامة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الهدف</a:t>
            </a:r>
            <a:r>
              <a:rPr dirty="0"/>
              <a:t> </a:t>
            </a:r>
            <a:r>
              <a:rPr dirty="0" err="1"/>
              <a:t>الرئيسي</a:t>
            </a:r>
            <a:r>
              <a:rPr dirty="0"/>
              <a:t>: </a:t>
            </a:r>
            <a:r>
              <a:rPr dirty="0" err="1"/>
              <a:t>تبسيط</a:t>
            </a:r>
            <a:r>
              <a:rPr dirty="0"/>
              <a:t> </a:t>
            </a:r>
            <a:r>
              <a:rPr dirty="0" err="1"/>
              <a:t>عمليات</a:t>
            </a:r>
            <a:r>
              <a:rPr dirty="0"/>
              <a:t> </a:t>
            </a:r>
            <a:r>
              <a:rPr dirty="0" err="1"/>
              <a:t>تربية</a:t>
            </a:r>
            <a:r>
              <a:rPr dirty="0"/>
              <a:t> </a:t>
            </a:r>
            <a:r>
              <a:rPr dirty="0" err="1"/>
              <a:t>الأغنام</a:t>
            </a:r>
            <a:r>
              <a:rPr dirty="0"/>
              <a:t> </a:t>
            </a:r>
            <a:r>
              <a:rPr dirty="0" err="1"/>
              <a:t>وتتبع</a:t>
            </a:r>
            <a:r>
              <a:rPr dirty="0"/>
              <a:t> </a:t>
            </a:r>
            <a:r>
              <a:rPr dirty="0" err="1"/>
              <a:t>مقاييس</a:t>
            </a:r>
            <a:r>
              <a:rPr dirty="0"/>
              <a:t> </a:t>
            </a:r>
            <a:r>
              <a:rPr dirty="0" err="1"/>
              <a:t>الثروة</a:t>
            </a:r>
            <a:r>
              <a:rPr dirty="0"/>
              <a:t> </a:t>
            </a:r>
            <a:r>
              <a:rPr dirty="0" err="1"/>
              <a:t>الحيوانية</a:t>
            </a:r>
            <a:r>
              <a:rPr dirty="0"/>
              <a:t> </a:t>
            </a:r>
            <a:r>
              <a:rPr dirty="0" err="1"/>
              <a:t>الفردية</a:t>
            </a:r>
            <a:r>
              <a:rPr dirty="0"/>
              <a:t>.</a:t>
            </a:r>
          </a:p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رؤية</a:t>
            </a:r>
            <a:r>
              <a:rPr dirty="0"/>
              <a:t> </a:t>
            </a:r>
            <a:r>
              <a:rPr dirty="0" err="1"/>
              <a:t>القطيع</a:t>
            </a:r>
            <a:r>
              <a:rPr dirty="0"/>
              <a:t>: </a:t>
            </a:r>
            <a:r>
              <a:rPr dirty="0" err="1"/>
              <a:t>تتبع</a:t>
            </a:r>
            <a:r>
              <a:rPr dirty="0"/>
              <a:t> </a:t>
            </a:r>
            <a:r>
              <a:rPr dirty="0" err="1"/>
              <a:t>فوري</a:t>
            </a:r>
            <a:r>
              <a:rPr dirty="0"/>
              <a:t> </a:t>
            </a:r>
            <a:r>
              <a:rPr dirty="0" err="1"/>
              <a:t>لأرقام</a:t>
            </a:r>
            <a:r>
              <a:rPr dirty="0"/>
              <a:t> </a:t>
            </a:r>
            <a:r>
              <a:rPr dirty="0" err="1"/>
              <a:t>الأوسم</a:t>
            </a:r>
            <a:r>
              <a:rPr dirty="0"/>
              <a:t>، </a:t>
            </a:r>
            <a:r>
              <a:rPr dirty="0" err="1"/>
              <a:t>تقدم</a:t>
            </a:r>
            <a:r>
              <a:rPr dirty="0"/>
              <a:t> </a:t>
            </a:r>
            <a:r>
              <a:rPr dirty="0" err="1"/>
              <a:t>الأوزان</a:t>
            </a:r>
            <a:r>
              <a:rPr dirty="0"/>
              <a:t>، </a:t>
            </a:r>
            <a:r>
              <a:rPr dirty="0" err="1"/>
              <a:t>والحالة</a:t>
            </a:r>
            <a:r>
              <a:rPr dirty="0"/>
              <a:t> </a:t>
            </a:r>
            <a:r>
              <a:rPr dirty="0" err="1"/>
              <a:t>الفسيولوجية</a:t>
            </a:r>
            <a:r>
              <a:rPr dirty="0"/>
              <a:t>.</a:t>
            </a:r>
          </a:p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الكفاءة</a:t>
            </a:r>
            <a:r>
              <a:rPr dirty="0"/>
              <a:t> </a:t>
            </a:r>
            <a:r>
              <a:rPr dirty="0" err="1"/>
              <a:t>التشغيلية</a:t>
            </a:r>
            <a:r>
              <a:rPr dirty="0"/>
              <a:t>: </a:t>
            </a:r>
            <a:r>
              <a:rPr dirty="0" err="1"/>
              <a:t>رقمنة</a:t>
            </a:r>
            <a:r>
              <a:rPr dirty="0"/>
              <a:t> </a:t>
            </a:r>
            <a:r>
              <a:rPr dirty="0" err="1"/>
              <a:t>وصفات</a:t>
            </a:r>
            <a:r>
              <a:rPr dirty="0"/>
              <a:t> </a:t>
            </a:r>
            <a:r>
              <a:rPr dirty="0" err="1"/>
              <a:t>الأعلاف</a:t>
            </a:r>
            <a:r>
              <a:rPr dirty="0"/>
              <a:t> </a:t>
            </a:r>
            <a:r>
              <a:rPr dirty="0" err="1"/>
              <a:t>اليومية</a:t>
            </a:r>
            <a:r>
              <a:rPr dirty="0"/>
              <a:t> </a:t>
            </a:r>
            <a:r>
              <a:rPr dirty="0" err="1"/>
              <a:t>ولوجستيات</a:t>
            </a:r>
            <a:r>
              <a:rPr dirty="0"/>
              <a:t> </a:t>
            </a:r>
            <a:r>
              <a:rPr dirty="0" err="1"/>
              <a:t>الحيوانات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sz="2800" b="1">
                <a:solidFill>
                  <a:srgbClr val="182B49"/>
                </a:solidFill>
              </a:defRPr>
            </a:pPr>
            <a:r>
              <a:t>2. تحليلات أداء الماشية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تتبع</a:t>
            </a:r>
            <a:r>
              <a:rPr dirty="0"/>
              <a:t> </a:t>
            </a:r>
            <a:r>
              <a:rPr dirty="0" err="1"/>
              <a:t>زيادة</a:t>
            </a:r>
            <a:r>
              <a:rPr dirty="0"/>
              <a:t> </a:t>
            </a:r>
            <a:r>
              <a:rPr dirty="0" err="1"/>
              <a:t>الوزن</a:t>
            </a:r>
            <a:r>
              <a:rPr dirty="0"/>
              <a:t>: </a:t>
            </a:r>
            <a:r>
              <a:rPr dirty="0" err="1"/>
              <a:t>مراقبة</a:t>
            </a:r>
            <a:r>
              <a:rPr dirty="0"/>
              <a:t> </a:t>
            </a:r>
            <a:r>
              <a:rPr dirty="0" err="1"/>
              <a:t>الحد</a:t>
            </a:r>
            <a:r>
              <a:rPr dirty="0"/>
              <a:t> </a:t>
            </a:r>
            <a:r>
              <a:rPr dirty="0" err="1"/>
              <a:t>الأقصى</a:t>
            </a:r>
            <a:r>
              <a:rPr dirty="0"/>
              <a:t> </a:t>
            </a:r>
            <a:r>
              <a:rPr dirty="0" err="1"/>
              <a:t>والأدنى</a:t>
            </a:r>
            <a:r>
              <a:rPr dirty="0"/>
              <a:t> </a:t>
            </a:r>
            <a:r>
              <a:rPr dirty="0" err="1"/>
              <a:t>لأوزان</a:t>
            </a:r>
            <a:r>
              <a:rPr dirty="0"/>
              <a:t> </a:t>
            </a:r>
            <a:r>
              <a:rPr dirty="0" err="1"/>
              <a:t>الحيوانات</a:t>
            </a:r>
            <a:r>
              <a:rPr dirty="0"/>
              <a:t> </a:t>
            </a:r>
            <a:r>
              <a:rPr dirty="0" err="1"/>
              <a:t>عبر</a:t>
            </a:r>
            <a:r>
              <a:rPr dirty="0"/>
              <a:t> </a:t>
            </a:r>
            <a:r>
              <a:rPr dirty="0" err="1"/>
              <a:t>الدفعات</a:t>
            </a:r>
            <a:r>
              <a:rPr dirty="0"/>
              <a:t>.</a:t>
            </a:r>
          </a:p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تحسين</a:t>
            </a:r>
            <a:r>
              <a:rPr dirty="0"/>
              <a:t> </a:t>
            </a:r>
            <a:r>
              <a:rPr dirty="0" err="1"/>
              <a:t>الأعلاف</a:t>
            </a:r>
            <a:r>
              <a:rPr dirty="0"/>
              <a:t>: </a:t>
            </a:r>
            <a:r>
              <a:rPr dirty="0" err="1"/>
              <a:t>تقييم</a:t>
            </a:r>
            <a:r>
              <a:rPr dirty="0"/>
              <a:t> </a:t>
            </a:r>
            <a:r>
              <a:rPr dirty="0" err="1"/>
              <a:t>مقاييس</a:t>
            </a:r>
            <a:r>
              <a:rPr dirty="0"/>
              <a:t> </a:t>
            </a:r>
            <a:r>
              <a:rPr dirty="0" err="1"/>
              <a:t>الحصص</a:t>
            </a:r>
            <a:r>
              <a:rPr dirty="0"/>
              <a:t> </a:t>
            </a:r>
            <a:r>
              <a:rPr dirty="0" err="1"/>
              <a:t>اليومية</a:t>
            </a:r>
            <a:r>
              <a:rPr dirty="0"/>
              <a:t> </a:t>
            </a:r>
            <a:r>
              <a:rPr dirty="0" err="1"/>
              <a:t>وتكاليف</a:t>
            </a:r>
            <a:r>
              <a:rPr dirty="0"/>
              <a:t> </a:t>
            </a:r>
            <a:r>
              <a:rPr dirty="0" err="1"/>
              <a:t>الوصفات</a:t>
            </a:r>
            <a:r>
              <a:rPr dirty="0"/>
              <a:t>.</a:t>
            </a:r>
          </a:p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مراقبة</a:t>
            </a:r>
            <a:r>
              <a:rPr dirty="0"/>
              <a:t> </a:t>
            </a:r>
            <a:r>
              <a:rPr dirty="0" err="1"/>
              <a:t>النمو</a:t>
            </a:r>
            <a:r>
              <a:rPr dirty="0"/>
              <a:t>: </a:t>
            </a:r>
            <a:r>
              <a:rPr dirty="0" err="1"/>
              <a:t>تحديد</a:t>
            </a:r>
            <a:r>
              <a:rPr dirty="0"/>
              <a:t> </a:t>
            </a:r>
            <a:r>
              <a:rPr dirty="0" err="1"/>
              <a:t>دورات</a:t>
            </a:r>
            <a:r>
              <a:rPr dirty="0"/>
              <a:t> </a:t>
            </a:r>
            <a:r>
              <a:rPr dirty="0" err="1"/>
              <a:t>التسمين</a:t>
            </a:r>
            <a:r>
              <a:rPr dirty="0"/>
              <a:t> </a:t>
            </a:r>
            <a:r>
              <a:rPr dirty="0" err="1"/>
              <a:t>عالية</a:t>
            </a:r>
            <a:r>
              <a:rPr dirty="0"/>
              <a:t> </a:t>
            </a:r>
            <a:r>
              <a:rPr dirty="0" err="1"/>
              <a:t>الأداء</a:t>
            </a:r>
            <a:r>
              <a:rPr dirty="0"/>
              <a:t> </a:t>
            </a:r>
            <a:r>
              <a:rPr dirty="0" err="1"/>
              <a:t>ومعالجة</a:t>
            </a:r>
            <a:r>
              <a:rPr dirty="0"/>
              <a:t> </a:t>
            </a:r>
            <a:r>
              <a:rPr dirty="0" err="1"/>
              <a:t>التأخيرات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 sz="2800" b="1">
                <a:solidFill>
                  <a:srgbClr val="182B49"/>
                </a:solidFill>
              </a:defRPr>
            </a:pPr>
            <a:r>
              <a:t>3. البنية السحابية والنشر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التقنيات</a:t>
            </a:r>
            <a:r>
              <a:rPr dirty="0"/>
              <a:t> </a:t>
            </a:r>
            <a:r>
              <a:rPr dirty="0" err="1"/>
              <a:t>المستخدمة</a:t>
            </a:r>
            <a:r>
              <a:rPr dirty="0"/>
              <a:t>: </a:t>
            </a:r>
            <a:r>
              <a:rPr dirty="0" err="1"/>
              <a:t>مبني</a:t>
            </a:r>
            <a:r>
              <a:rPr dirty="0"/>
              <a:t> </a:t>
            </a:r>
            <a:r>
              <a:rPr dirty="0" err="1"/>
              <a:t>بلغة</a:t>
            </a:r>
            <a:r>
              <a:rPr dirty="0"/>
              <a:t> </a:t>
            </a:r>
            <a:r>
              <a:rPr dirty="0" err="1"/>
              <a:t>بايثون</a:t>
            </a:r>
            <a:r>
              <a:rPr dirty="0"/>
              <a:t> Flask </a:t>
            </a:r>
            <a:r>
              <a:rPr dirty="0" err="1"/>
              <a:t>وقاعدة</a:t>
            </a:r>
            <a:r>
              <a:rPr dirty="0"/>
              <a:t> </a:t>
            </a:r>
            <a:r>
              <a:rPr dirty="0" err="1"/>
              <a:t>بيانات</a:t>
            </a:r>
            <a:r>
              <a:rPr dirty="0"/>
              <a:t> SQLite </a:t>
            </a:r>
            <a:r>
              <a:rPr dirty="0" err="1"/>
              <a:t>ومنشور</a:t>
            </a:r>
            <a:r>
              <a:rPr dirty="0"/>
              <a:t> </a:t>
            </a:r>
            <a:r>
              <a:rPr dirty="0" err="1"/>
              <a:t>سحابياً</a:t>
            </a:r>
            <a:r>
              <a:rPr dirty="0"/>
              <a:t> </a:t>
            </a:r>
            <a:r>
              <a:rPr dirty="0" err="1"/>
              <a:t>عبر</a:t>
            </a:r>
            <a:r>
              <a:rPr dirty="0"/>
              <a:t> Render.</a:t>
            </a:r>
          </a:p>
          <a:p>
            <a:pPr algn="r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سهولة</a:t>
            </a:r>
            <a:r>
              <a:rPr dirty="0"/>
              <a:t> </a:t>
            </a:r>
            <a:r>
              <a:rPr dirty="0" err="1"/>
              <a:t>الوصول</a:t>
            </a:r>
            <a:r>
              <a:rPr dirty="0"/>
              <a:t>: </a:t>
            </a:r>
            <a:r>
              <a:rPr dirty="0" err="1"/>
              <a:t>التحقق</a:t>
            </a:r>
            <a:r>
              <a:rPr dirty="0"/>
              <a:t> </a:t>
            </a:r>
            <a:r>
              <a:rPr dirty="0" err="1"/>
              <a:t>السلس</a:t>
            </a:r>
            <a:r>
              <a:rPr dirty="0"/>
              <a:t> </a:t>
            </a:r>
            <a:r>
              <a:rPr dirty="0" err="1"/>
              <a:t>والتشغيل</a:t>
            </a:r>
            <a:r>
              <a:rPr dirty="0"/>
              <a:t> </a:t>
            </a:r>
            <a:r>
              <a:rPr dirty="0" err="1"/>
              <a:t>عبر</a:t>
            </a:r>
            <a:r>
              <a:rPr dirty="0"/>
              <a:t> </a:t>
            </a:r>
            <a:r>
              <a:rPr dirty="0" err="1"/>
              <a:t>أجهزة</a:t>
            </a:r>
            <a:r>
              <a:rPr dirty="0"/>
              <a:t> </a:t>
            </a:r>
            <a:r>
              <a:rPr dirty="0" err="1"/>
              <a:t>سطح</a:t>
            </a:r>
            <a:r>
              <a:rPr dirty="0"/>
              <a:t> </a:t>
            </a:r>
            <a:r>
              <a:rPr dirty="0" err="1"/>
              <a:t>المكتب</a:t>
            </a:r>
            <a:r>
              <a:rPr dirty="0"/>
              <a:t> </a:t>
            </a:r>
            <a:r>
              <a:rPr dirty="0" err="1"/>
              <a:t>والأجهزة</a:t>
            </a:r>
            <a:r>
              <a:rPr dirty="0"/>
              <a:t> </a:t>
            </a:r>
            <a:r>
              <a:rPr dirty="0" err="1"/>
              <a:t>المحمولة</a:t>
            </a:r>
            <a:r>
              <a:rPr dirty="0"/>
              <a:t>.</a:t>
            </a:r>
          </a:p>
          <a:p>
            <a:pPr algn="r" rtl="1">
              <a:spcAft>
                <a:spcPts val="1400"/>
              </a:spcAft>
              <a:defRPr sz="2000"/>
            </a:pPr>
            <a:r>
              <a:rPr dirty="0"/>
              <a:t>• </a:t>
            </a:r>
            <a:r>
              <a:rPr dirty="0" err="1"/>
              <a:t>سلامة</a:t>
            </a:r>
            <a:r>
              <a:rPr dirty="0"/>
              <a:t> </a:t>
            </a:r>
            <a:r>
              <a:rPr dirty="0" err="1"/>
              <a:t>البيانات</a:t>
            </a:r>
            <a:r>
              <a:rPr dirty="0"/>
              <a:t>: </a:t>
            </a:r>
            <a:r>
              <a:rPr dirty="0" err="1"/>
              <a:t>صيانة</a:t>
            </a:r>
            <a:r>
              <a:rPr dirty="0"/>
              <a:t> </a:t>
            </a:r>
            <a:r>
              <a:rPr dirty="0" err="1"/>
              <a:t>آمنة</a:t>
            </a:r>
            <a:r>
              <a:rPr dirty="0"/>
              <a:t> </a:t>
            </a:r>
            <a:r>
              <a:rPr dirty="0" err="1"/>
              <a:t>لمستودع</a:t>
            </a:r>
            <a:r>
              <a:rPr dirty="0"/>
              <a:t> </a:t>
            </a:r>
            <a:r>
              <a:rPr dirty="0" err="1"/>
              <a:t>الكود</a:t>
            </a:r>
            <a:r>
              <a:rPr dirty="0"/>
              <a:t> </a:t>
            </a:r>
            <a:r>
              <a:rPr dirty="0" err="1"/>
              <a:t>البرمجي</a:t>
            </a:r>
            <a:r>
              <a:rPr dirty="0"/>
              <a:t> </a:t>
            </a:r>
            <a:r>
              <a:rPr dirty="0" err="1"/>
              <a:t>وهياكل</a:t>
            </a:r>
            <a:r>
              <a:rPr dirty="0"/>
              <a:t> </a:t>
            </a:r>
            <a:r>
              <a:rPr dirty="0" err="1"/>
              <a:t>النسخ</a:t>
            </a:r>
            <a:r>
              <a:rPr dirty="0"/>
              <a:t> </a:t>
            </a:r>
            <a:r>
              <a:rPr dirty="0" err="1"/>
              <a:t>الاحتياطي</a:t>
            </a:r>
            <a:r>
              <a:rPr dirty="0"/>
              <a:t> </a:t>
            </a:r>
            <a:r>
              <a:rPr dirty="0" err="1"/>
              <a:t>التلقائي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147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عرض مجلس الإدارة لتطبيق MyHerdApp</vt:lpstr>
      <vt:lpstr>1. نطاق القطيع ونظرة عامة</vt:lpstr>
      <vt:lpstr>2. تحليلات أداء الماشية</vt:lpstr>
      <vt:lpstr>3. البنية السحابية والنشر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Salama salama</cp:lastModifiedBy>
  <cp:revision>2</cp:revision>
  <dcterms:created xsi:type="dcterms:W3CDTF">2013-01-27T09:14:16Z</dcterms:created>
  <dcterms:modified xsi:type="dcterms:W3CDTF">2026-07-23T11:02:01Z</dcterms:modified>
  <cp:category/>
</cp:coreProperties>
</file>